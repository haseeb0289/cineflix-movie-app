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60" r:id="rId3"/>
    <p:sldId id="265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C0DCBB-FC42-4FAE-9934-A8CD188AD2C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0A0EFF-93FD-493F-B703-3CB7949D300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Browse</a:t>
          </a:r>
          <a:endParaRPr lang="en-US"/>
        </a:p>
      </dgm:t>
    </dgm:pt>
    <dgm:pt modelId="{B5F1A4C1-D3ED-4691-B147-2EA3A0DEDDB9}" type="parTrans" cxnId="{28B22130-6F06-4CE5-8ED6-7B43A2794A5E}">
      <dgm:prSet/>
      <dgm:spPr/>
      <dgm:t>
        <a:bodyPr/>
        <a:lstStyle/>
        <a:p>
          <a:endParaRPr lang="en-US"/>
        </a:p>
      </dgm:t>
    </dgm:pt>
    <dgm:pt modelId="{8F84E1CD-FD12-4786-9C18-DB5E41FB51E5}" type="sibTrans" cxnId="{28B22130-6F06-4CE5-8ED6-7B43A2794A5E}">
      <dgm:prSet/>
      <dgm:spPr/>
      <dgm:t>
        <a:bodyPr/>
        <a:lstStyle/>
        <a:p>
          <a:endParaRPr lang="en-US"/>
        </a:p>
      </dgm:t>
    </dgm:pt>
    <dgm:pt modelId="{8782736A-77C0-4A91-ADC8-B4545E51C7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Search</a:t>
          </a:r>
          <a:endParaRPr lang="en-US"/>
        </a:p>
      </dgm:t>
    </dgm:pt>
    <dgm:pt modelId="{19CB17C7-3A0D-45D5-96D8-AD30D626CDA4}" type="parTrans" cxnId="{EA1FBC7F-160F-485C-8458-C1AFE39413A3}">
      <dgm:prSet/>
      <dgm:spPr/>
      <dgm:t>
        <a:bodyPr/>
        <a:lstStyle/>
        <a:p>
          <a:endParaRPr lang="en-US"/>
        </a:p>
      </dgm:t>
    </dgm:pt>
    <dgm:pt modelId="{4EF46CC8-EFE4-493C-A502-2B5FFB24BF16}" type="sibTrans" cxnId="{EA1FBC7F-160F-485C-8458-C1AFE39413A3}">
      <dgm:prSet/>
      <dgm:spPr/>
      <dgm:t>
        <a:bodyPr/>
        <a:lstStyle/>
        <a:p>
          <a:endParaRPr lang="en-US"/>
        </a:p>
      </dgm:t>
    </dgm:pt>
    <dgm:pt modelId="{10720ED5-ACF6-48B4-9FF3-1D0E0457C7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Stream Movies</a:t>
          </a:r>
          <a:endParaRPr lang="en-US"/>
        </a:p>
      </dgm:t>
    </dgm:pt>
    <dgm:pt modelId="{4B2D80CA-70A4-484D-9F74-AB6B8DCAF4D6}" type="parTrans" cxnId="{9073F7BE-315F-4E45-8CF1-18BF8BC64C4D}">
      <dgm:prSet/>
      <dgm:spPr/>
      <dgm:t>
        <a:bodyPr/>
        <a:lstStyle/>
        <a:p>
          <a:endParaRPr lang="en-US"/>
        </a:p>
      </dgm:t>
    </dgm:pt>
    <dgm:pt modelId="{6B4C1B3E-6981-43B2-A4ED-D979D3C816AA}" type="sibTrans" cxnId="{9073F7BE-315F-4E45-8CF1-18BF8BC64C4D}">
      <dgm:prSet/>
      <dgm:spPr/>
      <dgm:t>
        <a:bodyPr/>
        <a:lstStyle/>
        <a:p>
          <a:endParaRPr lang="en-US"/>
        </a:p>
      </dgm:t>
    </dgm:pt>
    <dgm:pt modelId="{878D2BA1-3DB2-4ACA-9B18-B3FCD02C8763}" type="pres">
      <dgm:prSet presAssocID="{A4C0DCBB-FC42-4FAE-9934-A8CD188AD2CF}" presName="root" presStyleCnt="0">
        <dgm:presLayoutVars>
          <dgm:dir/>
          <dgm:resizeHandles val="exact"/>
        </dgm:presLayoutVars>
      </dgm:prSet>
      <dgm:spPr/>
    </dgm:pt>
    <dgm:pt modelId="{D264F043-F2A6-416C-BE5B-FACCFFEBE920}" type="pres">
      <dgm:prSet presAssocID="{430A0EFF-93FD-493F-B703-3CB7949D300C}" presName="compNode" presStyleCnt="0"/>
      <dgm:spPr/>
    </dgm:pt>
    <dgm:pt modelId="{8792291E-FD2F-40D6-AE3C-5A58BE5F2CCA}" type="pres">
      <dgm:prSet presAssocID="{430A0EFF-93FD-493F-B703-3CB7949D30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Internet"/>
        </a:ext>
      </dgm:extLst>
    </dgm:pt>
    <dgm:pt modelId="{ECAA01AC-3FDB-49F1-A81E-081507CB57F4}" type="pres">
      <dgm:prSet presAssocID="{430A0EFF-93FD-493F-B703-3CB7949D300C}" presName="spaceRect" presStyleCnt="0"/>
      <dgm:spPr/>
    </dgm:pt>
    <dgm:pt modelId="{B84B5524-742E-4CDE-B555-13E92CC5BA92}" type="pres">
      <dgm:prSet presAssocID="{430A0EFF-93FD-493F-B703-3CB7949D300C}" presName="textRect" presStyleLbl="revTx" presStyleIdx="0" presStyleCnt="3">
        <dgm:presLayoutVars>
          <dgm:chMax val="1"/>
          <dgm:chPref val="1"/>
        </dgm:presLayoutVars>
      </dgm:prSet>
      <dgm:spPr/>
    </dgm:pt>
    <dgm:pt modelId="{77AB7799-5BD4-4021-88F3-9856EC22CC85}" type="pres">
      <dgm:prSet presAssocID="{8F84E1CD-FD12-4786-9C18-DB5E41FB51E5}" presName="sibTrans" presStyleCnt="0"/>
      <dgm:spPr/>
    </dgm:pt>
    <dgm:pt modelId="{60A9C16F-4953-4C64-A89E-5BE86141882A}" type="pres">
      <dgm:prSet presAssocID="{8782736A-77C0-4A91-ADC8-B4545E51C78B}" presName="compNode" presStyleCnt="0"/>
      <dgm:spPr/>
    </dgm:pt>
    <dgm:pt modelId="{D679524E-74E7-4639-8914-90FF12872DE5}" type="pres">
      <dgm:prSet presAssocID="{8782736A-77C0-4A91-ADC8-B4545E51C78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noculars"/>
        </a:ext>
      </dgm:extLst>
    </dgm:pt>
    <dgm:pt modelId="{AA3169B8-0E76-4678-93C4-CF7AE5CFC94A}" type="pres">
      <dgm:prSet presAssocID="{8782736A-77C0-4A91-ADC8-B4545E51C78B}" presName="spaceRect" presStyleCnt="0"/>
      <dgm:spPr/>
    </dgm:pt>
    <dgm:pt modelId="{496C6592-365D-4240-BE02-589ED2280924}" type="pres">
      <dgm:prSet presAssocID="{8782736A-77C0-4A91-ADC8-B4545E51C78B}" presName="textRect" presStyleLbl="revTx" presStyleIdx="1" presStyleCnt="3">
        <dgm:presLayoutVars>
          <dgm:chMax val="1"/>
          <dgm:chPref val="1"/>
        </dgm:presLayoutVars>
      </dgm:prSet>
      <dgm:spPr/>
    </dgm:pt>
    <dgm:pt modelId="{2158325E-0159-4D57-A062-72E9B266FCB3}" type="pres">
      <dgm:prSet presAssocID="{4EF46CC8-EFE4-493C-A502-2B5FFB24BF16}" presName="sibTrans" presStyleCnt="0"/>
      <dgm:spPr/>
    </dgm:pt>
    <dgm:pt modelId="{C037F403-4E66-4BE8-B613-B5147754BC6B}" type="pres">
      <dgm:prSet presAssocID="{10720ED5-ACF6-48B4-9FF3-1D0E0457C710}" presName="compNode" presStyleCnt="0"/>
      <dgm:spPr/>
    </dgm:pt>
    <dgm:pt modelId="{06FA8F3D-0193-4B05-861E-44743CDCE7FF}" type="pres">
      <dgm:prSet presAssocID="{10720ED5-ACF6-48B4-9FF3-1D0E0457C7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Video camera"/>
        </a:ext>
      </dgm:extLst>
    </dgm:pt>
    <dgm:pt modelId="{DE5E3C1D-39AA-47F8-BBD9-26594B8AA764}" type="pres">
      <dgm:prSet presAssocID="{10720ED5-ACF6-48B4-9FF3-1D0E0457C710}" presName="spaceRect" presStyleCnt="0"/>
      <dgm:spPr/>
    </dgm:pt>
    <dgm:pt modelId="{B473B880-3FB5-4391-A88B-4D2A72E6332C}" type="pres">
      <dgm:prSet presAssocID="{10720ED5-ACF6-48B4-9FF3-1D0E0457C71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8B22130-6F06-4CE5-8ED6-7B43A2794A5E}" srcId="{A4C0DCBB-FC42-4FAE-9934-A8CD188AD2CF}" destId="{430A0EFF-93FD-493F-B703-3CB7949D300C}" srcOrd="0" destOrd="0" parTransId="{B5F1A4C1-D3ED-4691-B147-2EA3A0DEDDB9}" sibTransId="{8F84E1CD-FD12-4786-9C18-DB5E41FB51E5}"/>
    <dgm:cxn modelId="{25DB1960-42A8-4D3C-8B91-6A48655BFA3A}" type="presOf" srcId="{8782736A-77C0-4A91-ADC8-B4545E51C78B}" destId="{496C6592-365D-4240-BE02-589ED2280924}" srcOrd="0" destOrd="0" presId="urn:microsoft.com/office/officeart/2018/2/layout/IconLabelList"/>
    <dgm:cxn modelId="{65B12E46-1198-4A50-A611-04AC0D6D24F2}" type="presOf" srcId="{10720ED5-ACF6-48B4-9FF3-1D0E0457C710}" destId="{B473B880-3FB5-4391-A88B-4D2A72E6332C}" srcOrd="0" destOrd="0" presId="urn:microsoft.com/office/officeart/2018/2/layout/IconLabelList"/>
    <dgm:cxn modelId="{EA1FBC7F-160F-485C-8458-C1AFE39413A3}" srcId="{A4C0DCBB-FC42-4FAE-9934-A8CD188AD2CF}" destId="{8782736A-77C0-4A91-ADC8-B4545E51C78B}" srcOrd="1" destOrd="0" parTransId="{19CB17C7-3A0D-45D5-96D8-AD30D626CDA4}" sibTransId="{4EF46CC8-EFE4-493C-A502-2B5FFB24BF16}"/>
    <dgm:cxn modelId="{AEF708AC-66DF-4D37-AFC7-C5B4941ADCB1}" type="presOf" srcId="{A4C0DCBB-FC42-4FAE-9934-A8CD188AD2CF}" destId="{878D2BA1-3DB2-4ACA-9B18-B3FCD02C8763}" srcOrd="0" destOrd="0" presId="urn:microsoft.com/office/officeart/2018/2/layout/IconLabelList"/>
    <dgm:cxn modelId="{9073F7BE-315F-4E45-8CF1-18BF8BC64C4D}" srcId="{A4C0DCBB-FC42-4FAE-9934-A8CD188AD2CF}" destId="{10720ED5-ACF6-48B4-9FF3-1D0E0457C710}" srcOrd="2" destOrd="0" parTransId="{4B2D80CA-70A4-484D-9F74-AB6B8DCAF4D6}" sibTransId="{6B4C1B3E-6981-43B2-A4ED-D979D3C816AA}"/>
    <dgm:cxn modelId="{BB7D10EF-3056-4F16-AC22-47EF7E0212C3}" type="presOf" srcId="{430A0EFF-93FD-493F-B703-3CB7949D300C}" destId="{B84B5524-742E-4CDE-B555-13E92CC5BA92}" srcOrd="0" destOrd="0" presId="urn:microsoft.com/office/officeart/2018/2/layout/IconLabelList"/>
    <dgm:cxn modelId="{81DF51D9-263C-45A7-92F9-10F7712671C5}" type="presParOf" srcId="{878D2BA1-3DB2-4ACA-9B18-B3FCD02C8763}" destId="{D264F043-F2A6-416C-BE5B-FACCFFEBE920}" srcOrd="0" destOrd="0" presId="urn:microsoft.com/office/officeart/2018/2/layout/IconLabelList"/>
    <dgm:cxn modelId="{4E1A5209-5A95-4DBD-9763-34CC2C58DFBA}" type="presParOf" srcId="{D264F043-F2A6-416C-BE5B-FACCFFEBE920}" destId="{8792291E-FD2F-40D6-AE3C-5A58BE5F2CCA}" srcOrd="0" destOrd="0" presId="urn:microsoft.com/office/officeart/2018/2/layout/IconLabelList"/>
    <dgm:cxn modelId="{69C93DF9-1A6A-4583-8F3E-86CE0A4A35E3}" type="presParOf" srcId="{D264F043-F2A6-416C-BE5B-FACCFFEBE920}" destId="{ECAA01AC-3FDB-49F1-A81E-081507CB57F4}" srcOrd="1" destOrd="0" presId="urn:microsoft.com/office/officeart/2018/2/layout/IconLabelList"/>
    <dgm:cxn modelId="{55719CE4-1548-41A9-8215-4E84556B1DF6}" type="presParOf" srcId="{D264F043-F2A6-416C-BE5B-FACCFFEBE920}" destId="{B84B5524-742E-4CDE-B555-13E92CC5BA92}" srcOrd="2" destOrd="0" presId="urn:microsoft.com/office/officeart/2018/2/layout/IconLabelList"/>
    <dgm:cxn modelId="{283A23A5-69B0-40BA-964A-D913AD0D4EE3}" type="presParOf" srcId="{878D2BA1-3DB2-4ACA-9B18-B3FCD02C8763}" destId="{77AB7799-5BD4-4021-88F3-9856EC22CC85}" srcOrd="1" destOrd="0" presId="urn:microsoft.com/office/officeart/2018/2/layout/IconLabelList"/>
    <dgm:cxn modelId="{0962F772-789E-49C2-8ACC-DCC65EB0FB48}" type="presParOf" srcId="{878D2BA1-3DB2-4ACA-9B18-B3FCD02C8763}" destId="{60A9C16F-4953-4C64-A89E-5BE86141882A}" srcOrd="2" destOrd="0" presId="urn:microsoft.com/office/officeart/2018/2/layout/IconLabelList"/>
    <dgm:cxn modelId="{70D9235F-F10F-46D9-AED2-D63A6F8C0548}" type="presParOf" srcId="{60A9C16F-4953-4C64-A89E-5BE86141882A}" destId="{D679524E-74E7-4639-8914-90FF12872DE5}" srcOrd="0" destOrd="0" presId="urn:microsoft.com/office/officeart/2018/2/layout/IconLabelList"/>
    <dgm:cxn modelId="{9D88CF84-0F8E-435E-A576-C9E5661CB73C}" type="presParOf" srcId="{60A9C16F-4953-4C64-A89E-5BE86141882A}" destId="{AA3169B8-0E76-4678-93C4-CF7AE5CFC94A}" srcOrd="1" destOrd="0" presId="urn:microsoft.com/office/officeart/2018/2/layout/IconLabelList"/>
    <dgm:cxn modelId="{8007112F-607D-443E-B65C-4C217D172B0D}" type="presParOf" srcId="{60A9C16F-4953-4C64-A89E-5BE86141882A}" destId="{496C6592-365D-4240-BE02-589ED2280924}" srcOrd="2" destOrd="0" presId="urn:microsoft.com/office/officeart/2018/2/layout/IconLabelList"/>
    <dgm:cxn modelId="{453FA406-53C8-4A0F-AE64-5EF44E7EEC44}" type="presParOf" srcId="{878D2BA1-3DB2-4ACA-9B18-B3FCD02C8763}" destId="{2158325E-0159-4D57-A062-72E9B266FCB3}" srcOrd="3" destOrd="0" presId="urn:microsoft.com/office/officeart/2018/2/layout/IconLabelList"/>
    <dgm:cxn modelId="{7A41E741-F3DB-4702-8F5B-DFF7A07F0B19}" type="presParOf" srcId="{878D2BA1-3DB2-4ACA-9B18-B3FCD02C8763}" destId="{C037F403-4E66-4BE8-B613-B5147754BC6B}" srcOrd="4" destOrd="0" presId="urn:microsoft.com/office/officeart/2018/2/layout/IconLabelList"/>
    <dgm:cxn modelId="{76720B10-257C-4C78-95B6-3949FFBCA25E}" type="presParOf" srcId="{C037F403-4E66-4BE8-B613-B5147754BC6B}" destId="{06FA8F3D-0193-4B05-861E-44743CDCE7FF}" srcOrd="0" destOrd="0" presId="urn:microsoft.com/office/officeart/2018/2/layout/IconLabelList"/>
    <dgm:cxn modelId="{B15F2621-9F0C-4BEF-A753-86574BD68CFB}" type="presParOf" srcId="{C037F403-4E66-4BE8-B613-B5147754BC6B}" destId="{DE5E3C1D-39AA-47F8-BBD9-26594B8AA764}" srcOrd="1" destOrd="0" presId="urn:microsoft.com/office/officeart/2018/2/layout/IconLabelList"/>
    <dgm:cxn modelId="{F776783C-8CF1-4F7B-9D38-C6BF02786A08}" type="presParOf" srcId="{C037F403-4E66-4BE8-B613-B5147754BC6B}" destId="{B473B880-3FB5-4391-A88B-4D2A72E6332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2291E-FD2F-40D6-AE3C-5A58BE5F2CCA}">
      <dsp:nvSpPr>
        <dsp:cNvPr id="0" name=""/>
        <dsp:cNvSpPr/>
      </dsp:nvSpPr>
      <dsp:spPr>
        <a:xfrm>
          <a:off x="574094" y="99263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4B5524-742E-4CDE-B555-13E92CC5BA92}">
      <dsp:nvSpPr>
        <dsp:cNvPr id="0" name=""/>
        <dsp:cNvSpPr/>
      </dsp:nvSpPr>
      <dsp:spPr>
        <a:xfrm>
          <a:off x="79094" y="20727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Browse</a:t>
          </a:r>
          <a:endParaRPr lang="en-US" sz="2300" kern="1200"/>
        </a:p>
      </dsp:txBody>
      <dsp:txXfrm>
        <a:off x="79094" y="2072786"/>
        <a:ext cx="1800000" cy="720000"/>
      </dsp:txXfrm>
    </dsp:sp>
    <dsp:sp modelId="{D679524E-74E7-4639-8914-90FF12872DE5}">
      <dsp:nvSpPr>
        <dsp:cNvPr id="0" name=""/>
        <dsp:cNvSpPr/>
      </dsp:nvSpPr>
      <dsp:spPr>
        <a:xfrm>
          <a:off x="2689094" y="99263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6C6592-365D-4240-BE02-589ED2280924}">
      <dsp:nvSpPr>
        <dsp:cNvPr id="0" name=""/>
        <dsp:cNvSpPr/>
      </dsp:nvSpPr>
      <dsp:spPr>
        <a:xfrm>
          <a:off x="2194094" y="20727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Search</a:t>
          </a:r>
          <a:endParaRPr lang="en-US" sz="2300" kern="1200"/>
        </a:p>
      </dsp:txBody>
      <dsp:txXfrm>
        <a:off x="2194094" y="2072786"/>
        <a:ext cx="1800000" cy="720000"/>
      </dsp:txXfrm>
    </dsp:sp>
    <dsp:sp modelId="{06FA8F3D-0193-4B05-861E-44743CDCE7FF}">
      <dsp:nvSpPr>
        <dsp:cNvPr id="0" name=""/>
        <dsp:cNvSpPr/>
      </dsp:nvSpPr>
      <dsp:spPr>
        <a:xfrm>
          <a:off x="4804094" y="99263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73B880-3FB5-4391-A88B-4D2A72E6332C}">
      <dsp:nvSpPr>
        <dsp:cNvPr id="0" name=""/>
        <dsp:cNvSpPr/>
      </dsp:nvSpPr>
      <dsp:spPr>
        <a:xfrm>
          <a:off x="4309094" y="207278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/>
            <a:t>Stream Movies</a:t>
          </a:r>
          <a:endParaRPr lang="en-US" sz="2300" kern="1200"/>
        </a:p>
      </dsp:txBody>
      <dsp:txXfrm>
        <a:off x="4309094" y="2072786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31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5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87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584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0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99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95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875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6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071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78582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348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51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957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2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4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1D5AEE-7095-4574-A18C-DFE646692099}" type="datetimeFigureOut">
              <a:rPr lang="en-US" smtClean="0"/>
              <a:t>18-Jan-26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6216B3-149C-43EE-9D63-A80E7FF6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39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Film reel and slate">
            <a:extLst>
              <a:ext uri="{FF2B5EF4-FFF2-40B4-BE49-F238E27FC236}">
                <a16:creationId xmlns:a16="http://schemas.microsoft.com/office/drawing/2014/main" id="{4B320185-78E3-1528-B323-0348779586DD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18CC59-3871-C096-E2D7-1862288B9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648" y="276717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200"/>
              <a:t>CINEFLIX</a:t>
            </a:r>
            <a:br>
              <a:rPr lang="en-US" sz="7200"/>
            </a:br>
            <a:r>
              <a:rPr lang="en-US" sz="7200"/>
              <a:t>MOVIE STREAMING APP</a:t>
            </a:r>
            <a:endParaRPr lang="en-US" sz="7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F73F20-8C72-F5BF-58D1-93BDC45FE09E}"/>
              </a:ext>
            </a:extLst>
          </p:cNvPr>
          <p:cNvSpPr txBox="1">
            <a:spLocks/>
          </p:cNvSpPr>
          <p:nvPr/>
        </p:nvSpPr>
        <p:spPr>
          <a:xfrm>
            <a:off x="1194648" y="4002374"/>
            <a:ext cx="9613260" cy="242840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en-US" sz="4400" dirty="0"/>
              <a:t>Group Members:</a:t>
            </a:r>
          </a:p>
          <a:p>
            <a:pPr>
              <a:lnSpc>
                <a:spcPct val="90000"/>
              </a:lnSpc>
            </a:pPr>
            <a:endParaRPr lang="en-US" sz="4400" dirty="0"/>
          </a:p>
          <a:p>
            <a:pPr>
              <a:lnSpc>
                <a:spcPct val="90000"/>
              </a:lnSpc>
            </a:pPr>
            <a:endParaRPr lang="en-US" sz="3600" dirty="0"/>
          </a:p>
          <a:p>
            <a:pPr>
              <a:lnSpc>
                <a:spcPct val="90000"/>
              </a:lnSpc>
            </a:pPr>
            <a:r>
              <a:rPr lang="en-US" sz="4400" dirty="0"/>
              <a:t>Haseeb Ahmed(SP23-BSCS-0026)</a:t>
            </a:r>
          </a:p>
          <a:p>
            <a:pPr>
              <a:lnSpc>
                <a:spcPct val="90000"/>
              </a:lnSpc>
            </a:pPr>
            <a:br>
              <a:rPr lang="en-US" sz="4400" dirty="0"/>
            </a:br>
            <a:r>
              <a:rPr lang="en-US" sz="4400" dirty="0"/>
              <a:t>Kamran Ali(SP23-BSCS-0119)</a:t>
            </a:r>
          </a:p>
        </p:txBody>
      </p:sp>
    </p:spTree>
    <p:extLst>
      <p:ext uri="{BB962C8B-B14F-4D97-AF65-F5344CB8AC3E}">
        <p14:creationId xmlns:p14="http://schemas.microsoft.com/office/powerpoint/2010/main" val="181855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C6FF0-0310-361C-9D5D-5B3650A0A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EBEB"/>
                </a:solidFill>
              </a:rPr>
              <a:t>Features</a:t>
            </a:r>
          </a:p>
        </p:txBody>
      </p:sp>
      <p:graphicFrame>
        <p:nvGraphicFramePr>
          <p:cNvPr id="76" name="Content Placeholder 2">
            <a:extLst>
              <a:ext uri="{FF2B5EF4-FFF2-40B4-BE49-F238E27FC236}">
                <a16:creationId xmlns:a16="http://schemas.microsoft.com/office/drawing/2014/main" id="{DE2EBA4C-FB27-EB20-3448-66A13AEBD9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8930" y="2438400"/>
          <a:ext cx="6188189" cy="37854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4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8" name="Picture 57" descr="Film reel and slate">
            <a:extLst>
              <a:ext uri="{FF2B5EF4-FFF2-40B4-BE49-F238E27FC236}">
                <a16:creationId xmlns:a16="http://schemas.microsoft.com/office/drawing/2014/main" id="{FDC67BFF-F720-1FB2-9DDC-C84063F397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078" r="35613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41458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3D9C3-0E5D-0341-9F86-CF1F1FC49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2108" y="629266"/>
            <a:ext cx="3307744" cy="1641986"/>
          </a:xfrm>
        </p:spPr>
        <p:txBody>
          <a:bodyPr>
            <a:normAutofit/>
          </a:bodyPr>
          <a:lstStyle/>
          <a:p>
            <a:r>
              <a:rPr lang="en-US"/>
              <a:t>Navigation:</a:t>
            </a:r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DF7BEC4-9943-D979-8FD8-38FBE4EAC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297" r="17384" b="-1"/>
          <a:stretch>
            <a:fillRect/>
          </a:stretch>
        </p:blipFill>
        <p:spPr>
          <a:xfrm>
            <a:off x="-2" y="10"/>
            <a:ext cx="6094407" cy="6857990"/>
          </a:xfrm>
          <a:prstGeom prst="rect">
            <a:avLst/>
          </a:prstGeom>
        </p:spPr>
      </p:pic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09777A-0C96-6D58-8424-CB2F77524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2108" y="2438400"/>
            <a:ext cx="3307744" cy="3809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The app has a navigation bar with options for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Home</a:t>
            </a:r>
          </a:p>
          <a:p>
            <a:pPr marL="0" indent="0">
              <a:buNone/>
            </a:pPr>
            <a:r>
              <a:rPr lang="en-US"/>
              <a:t>Search</a:t>
            </a:r>
          </a:p>
          <a:p>
            <a:pPr marL="0" indent="0">
              <a:buNone/>
            </a:pPr>
            <a:r>
              <a:rPr lang="en-US"/>
              <a:t>Favorites </a:t>
            </a:r>
          </a:p>
          <a:p>
            <a:pPr marL="0" indent="0">
              <a:buNone/>
            </a:pPr>
            <a:r>
              <a:rPr lang="en-US"/>
              <a:t>Popular</a:t>
            </a:r>
          </a:p>
        </p:txBody>
      </p:sp>
    </p:spTree>
    <p:extLst>
      <p:ext uri="{BB962C8B-B14F-4D97-AF65-F5344CB8AC3E}">
        <p14:creationId xmlns:p14="http://schemas.microsoft.com/office/powerpoint/2010/main" val="1118679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7190-3EC9-46D6-3A45-250008195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INTERFACE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1F48308-7728-10E9-29D7-DA1CA73AE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984939"/>
            <a:ext cx="9136063" cy="424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6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FCAF29-D5B9-D742-BE81-5F1CEB31E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479" y="1618938"/>
            <a:ext cx="10701314" cy="44934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3AC198-B21E-6824-3EFD-105591DAC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r>
              <a:rPr lang="en-US" dirty="0"/>
              <a:t>HOME SCREEN</a:t>
            </a:r>
          </a:p>
        </p:txBody>
      </p:sp>
    </p:spTree>
    <p:extLst>
      <p:ext uri="{BB962C8B-B14F-4D97-AF65-F5344CB8AC3E}">
        <p14:creationId xmlns:p14="http://schemas.microsoft.com/office/powerpoint/2010/main" val="16780386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275</TotalTime>
  <Words>42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Century Gothic</vt:lpstr>
      <vt:lpstr>Wingdings 3</vt:lpstr>
      <vt:lpstr>Ion</vt:lpstr>
      <vt:lpstr>CINEFLIX MOVIE STREAMING APP</vt:lpstr>
      <vt:lpstr>Features</vt:lpstr>
      <vt:lpstr>Navigation:</vt:lpstr>
      <vt:lpstr>INTERFACE</vt:lpstr>
      <vt:lpstr>HOME SCREEN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Haseeb Ahmed</dc:creator>
  <cp:lastModifiedBy>Haseeb Ahmed</cp:lastModifiedBy>
  <cp:revision>58</cp:revision>
  <dcterms:created xsi:type="dcterms:W3CDTF">2026-01-09T16:34:22Z</dcterms:created>
  <dcterms:modified xsi:type="dcterms:W3CDTF">2026-01-18T13:10:23Z</dcterms:modified>
</cp:coreProperties>
</file>